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3: The Overview of GBGCL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9436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Ball Enhanced Graph Contrastive Learning</a:t>
            </a:r>
            <a:endParaRPr lang="en-US" sz="1300" dirty="0"/>
          </a:p>
        </p:txBody>
      </p:sp>
      <p:pic>
        <p:nvPicPr>
          <p:cNvPr id="4" name="Image 0" descr="F:/GBGCL/GBGCL_Framework_v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1161288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L_total = L_align + λ1·L_ball_scatter + λ2·L_ball_infonce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W̃ = W_topo + W_center  |  H^(t+1) = (1-β)H^(t) + βD⁻¹WH^(t)  |  z_new = α·h + (1-α)·H_K^ball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2026-04-15T14:27:09Z</dcterms:created>
  <dcterms:modified xsi:type="dcterms:W3CDTF">2026-04-15T14:27:09Z</dcterms:modified>
</cp:coreProperties>
</file>