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D3B6E">
              <a:alpha val="70000"/>
            </a:srgbClr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011680"/>
            <a:ext cx="3200400" cy="3200400"/>
          </a:xfrm>
          <a:prstGeom prst="ellipse">
            <a:avLst/>
          </a:prstGeom>
          <a:solidFill>
            <a:srgbClr val="FF8C00">
              <a:alpha val="3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73152" cy="292608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🇹🇭 曼谷旅游攻略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700"/>
                </a:solidFill>
              </a:rPr>
              <a:t>Bangkok Travel Guide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CCEE"/>
                </a:solidFill>
              </a:rPr>
              <a:t>2026年4月23日 — 28日  · 6天5夜  ·  成都出发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154680"/>
            <a:ext cx="411480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337560"/>
            <a:ext cx="1737360" cy="347472"/>
          </a:xfrm>
          <a:prstGeom prst="rect">
            <a:avLst/>
          </a:prstGeom>
          <a:solidFill>
            <a:srgbClr val="0D3B6E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337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8C00"/>
                </a:solidFill>
              </a:rPr>
              <a:t>景点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3337560"/>
            <a:ext cx="1737360" cy="347472"/>
          </a:xfrm>
          <a:prstGeom prst="rect">
            <a:avLst/>
          </a:prstGeom>
          <a:solidFill>
            <a:srgbClr val="0D3B6E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3337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8C00"/>
                </a:solidFill>
              </a:rPr>
              <a:t>美食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3337560"/>
            <a:ext cx="1737360" cy="347472"/>
          </a:xfrm>
          <a:prstGeom prst="rect">
            <a:avLst/>
          </a:prstGeom>
          <a:solidFill>
            <a:srgbClr val="0D3B6E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3337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8C00"/>
                </a:solidFill>
              </a:rPr>
              <a:t>交通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46520" y="3337560"/>
            <a:ext cx="1737360" cy="347472"/>
          </a:xfrm>
          <a:prstGeom prst="rect">
            <a:avLst/>
          </a:prstGeom>
          <a:solidFill>
            <a:srgbClr val="0D3B6E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337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8C00"/>
                </a:solidFill>
              </a:rPr>
              <a:t>住宿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813048"/>
            <a:ext cx="1737360" cy="347472"/>
          </a:xfrm>
          <a:prstGeom prst="rect">
            <a:avLst/>
          </a:prstGeom>
          <a:solidFill>
            <a:srgbClr val="0D3B6E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130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8C00"/>
                </a:solidFill>
              </a:rPr>
              <a:t>汇率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3813048"/>
            <a:ext cx="1737360" cy="347472"/>
          </a:xfrm>
          <a:prstGeom prst="rect">
            <a:avLst/>
          </a:prstGeom>
          <a:solidFill>
            <a:srgbClr val="0D3B6E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38130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8C00"/>
                </a:solidFill>
              </a:rPr>
              <a:t>天气穿衣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3813048"/>
            <a:ext cx="1737360" cy="347472"/>
          </a:xfrm>
          <a:prstGeom prst="rect">
            <a:avLst/>
          </a:prstGeom>
          <a:solidFill>
            <a:srgbClr val="0D3B6E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8130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8C00"/>
                </a:solidFill>
              </a:rPr>
              <a:t>风俗禁忌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3813048"/>
            <a:ext cx="1737360" cy="347472"/>
          </a:xfrm>
          <a:prstGeom prst="rect">
            <a:avLst/>
          </a:prstGeom>
          <a:solidFill>
            <a:srgbClr val="0D3B6E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8130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8C00"/>
                </a:solidFill>
              </a:rPr>
              <a:t>每日行程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99BB"/>
                </a:solidFill>
              </a:rPr>
              <a:t>天使之城 · 微笑国度 · 让旅行更精彩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📋  旅行目录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2026·4·23~28  曼谷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50292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9875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天气 &amp; 穿衣建议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371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成都→曼谷气温对比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502920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144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9875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必游景点TOP10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371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大皇宫·玉佛寺·郑王庙…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920240"/>
            <a:ext cx="502920" cy="86868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9202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19933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特色美食推荐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2377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Pad Thai·冬阴功·芒果饭…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92024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920240"/>
            <a:ext cx="50292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9202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9240" y="19933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交通全指南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2377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BTS/MRT·嘟嘟车·机场快线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92608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926080"/>
            <a:ext cx="502920" cy="8686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9260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8680" y="299923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住宿区域解析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3383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暹罗商圈·素坤逸·河岸区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92608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926080"/>
            <a:ext cx="502920" cy="8686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9260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49240" y="299923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汇率 &amp; 花费预算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49240" y="3383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人民币兑泰铢·每日参考预算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93192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931920"/>
            <a:ext cx="502920" cy="868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9319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8680" y="40050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风俗禁忌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68680" y="4389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寺庙礼仪·王室敬重·日常礼节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93192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931920"/>
            <a:ext cx="50292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9319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49240" y="40050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6天5夜详细行程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49240" y="4389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Day1-Day6每日安排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🌡️  天气 &amp; 穿衣建议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2026·4·23~28  曼谷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📍 出发地：成都  4月下旬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3931920" cy="146304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指标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数值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平均最高气温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22～25℃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平均最低气温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14～17℃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天气特征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多云/偶有小雨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穿衣建议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薄长袖+外套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846320" y="91440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🇹🇭 目的地：曼谷  4月下旬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371600"/>
          <a:ext cx="3931920" cy="146304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指标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数值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平均最高气温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35～38℃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平均最低气温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27～29℃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天气特征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炎热/偶有雷阵雨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穿衣建议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轻薄透气短衣裤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320040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</a:rPr>
              <a:t>⚠️ 温差约 +15℃ !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74320" y="3017520"/>
            <a:ext cx="8595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3017520"/>
            <a:ext cx="85953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74320" y="30175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👕 推荐随身携带物品清单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657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衣物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65760" y="37033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轻薄短袖×4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轻薄短裤×3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1件薄长裤/长裙(进寺庙用)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防晒外套×1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换洗内衣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20040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防护用品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200400" y="37033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防晒霜(SPF50+)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遮阳帽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太阳镜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雨伞/折叠雨披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驱蚊液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03504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其他必备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035040" y="37033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护照+复印件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泰铢现金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手机充电器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常用药品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拖鞋(寺庙脱鞋用)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🏛️  必游景点 TOP 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2026·4·23~28  曼谷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251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33272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978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大皇宫 &amp; 玉佛寺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298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门票: 500铢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31720" y="12984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💡 需遮肩盖膝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90872" y="914400"/>
            <a:ext cx="4251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2312" y="1033272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30952" y="978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卧佛寺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30952" y="1298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门票: 200铢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93992" y="12984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💡 可体验古法按摩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1719072"/>
            <a:ext cx="4251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1837944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郑王庙（黎明寺）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2103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门票: 100铢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31720" y="2103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💡 日落最美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90872" y="1719072"/>
            <a:ext cx="4251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82312" y="1837944"/>
            <a:ext cx="457200" cy="45720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30952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乍都乍周末市场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30952" y="2103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门票: 免费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93992" y="2103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💡 周六日开放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2523744"/>
            <a:ext cx="4251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2642616"/>
            <a:ext cx="457200" cy="45720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2587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湄南河游船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" y="2907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门票: 10-40铢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31720" y="2907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💡 公交船即可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90872" y="2523744"/>
            <a:ext cx="4251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82312" y="2642616"/>
            <a:ext cx="457200" cy="45720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30952" y="2587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暹罗商圈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30952" y="2907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门票: 免费逛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93992" y="2907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💡 购物天堂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8600" y="3328416"/>
            <a:ext cx="4251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344728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68680" y="33924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曼谷唐人街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68680" y="3712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门票: 免费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331720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💡 夜晚最热闹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90872" y="3328416"/>
            <a:ext cx="4251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82312" y="344728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82312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30952" y="33924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水上市场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30952" y="3712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门票: 150铢船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93992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💡 距市区80km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28600" y="4133088"/>
            <a:ext cx="4251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20040" y="425196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68680" y="41970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美功铁道市场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68680" y="4517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门票: 免费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331720" y="4517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💡 需查火车时刻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90872" y="4133088"/>
            <a:ext cx="4251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782312" y="425196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82312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330952" y="41970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考山路夜市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330952" y="4517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门票: 免费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793992" y="4517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💡 背包客圣地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🍜  特色美食推荐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2026·4·23~28  曼谷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274320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91440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泰式炒河粉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13350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Pad Thai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" y="1591056"/>
            <a:ext cx="2596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必吃！街头随处可见，虾仁+豆芽经典搭配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" y="235915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参考价格: 50-80铢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9144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914400"/>
            <a:ext cx="2743200" cy="38404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91440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冬阴功汤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27832" y="13350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Tom Yum Goong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27832" y="1591056"/>
            <a:ext cx="2596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酸辣鲜香，泰国国汤，搭配米饭绝佳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27832" y="235915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参考价格: 80-150铢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9144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914400"/>
            <a:ext cx="27432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53912" y="91440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芒果糯米饭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53912" y="13350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Mango Sticky Rice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53912" y="1591056"/>
            <a:ext cx="2596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甜品必吃！新鲜芒果配椰奶糯米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53912" y="235915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参考价格: 60-100铢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8346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83464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283464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绿咖喱鸡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1752" y="325526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Green Curry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1752" y="3511296"/>
            <a:ext cx="2596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椰奶咖喱浓郁，配白饭香气十足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" y="427939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参考价格: 80-120铢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28346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4680" y="2834640"/>
            <a:ext cx="2743200" cy="38404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27832" y="283464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木瓜沙拉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27832" y="325526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Som Tam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27832" y="3511296"/>
            <a:ext cx="2596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清爽开胃，青木瓜+花生+辣椒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27832" y="427939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参考价格: 40-70铢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28346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2834640"/>
            <a:ext cx="2743200" cy="3840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53912" y="283464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泰式奶茶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53912" y="325526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Thai Milk Tea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53912" y="3511296"/>
            <a:ext cx="2596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橙黄浓郁，甜香解暑，旅途必备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53912" y="427939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参考价格: 30-50铢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🚇  交通全指南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2026·4·23~28  曼谷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43200" cy="1801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27432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91440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🚆  BTS 天铁 / MRT 地铁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1371600"/>
            <a:ext cx="25968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覆盖主要商圈景点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单程 16–45 泰铢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一日通票 150 泰铢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推荐：最方便快捷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743200" cy="1801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914400"/>
            <a:ext cx="274320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91440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✈️  机场往返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27832" y="1371600"/>
            <a:ext cx="25968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素万那普机场快线 45铢(40分钟)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廊曼机场A1巴士 30铢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Grab打车约500-700铢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出发前确认降落机场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914400"/>
            <a:ext cx="2743200" cy="1801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14400"/>
            <a:ext cx="2743200" cy="41148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91440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🛺  嘟嘟车 / 摩托出租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3912" y="1371600"/>
            <a:ext cx="25968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短途议价 50–200 泰铢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先谈好价格再上车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适合短距离观光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注意交通拥堵时段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852928"/>
            <a:ext cx="2743200" cy="1801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852928"/>
            <a:ext cx="274320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2852928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🚕  出租车 / Grab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" y="3310128"/>
            <a:ext cx="25968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起步价 35 泰铢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市区通常 100–300 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Grab App更透明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建议打表或用Grab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2852928"/>
            <a:ext cx="2743200" cy="1801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852928"/>
            <a:ext cx="274320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2852928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⛵  湄南河公交船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27832" y="3310128"/>
            <a:ext cx="25968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单程 10–40 泰铢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沿线8个主要渡口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景色绝佳交通实惠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推荐：中央码头出发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2852928"/>
            <a:ext cx="2743200" cy="1801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2852928"/>
            <a:ext cx="2743200" cy="4114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2852928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🚌  公交巴士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3310128"/>
            <a:ext cx="25968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最便宜 8–20 泰铢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路线复杂较难掌握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非高峰期可尝试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适合时间充裕游客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🏨  住宿区域解析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2026·4·23~28  曼谷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425196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暹罗 / 是隆商圈  · 购物出行首选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3898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✅ 优点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52728" y="1389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BTS直达·购物方便·餐饮丰富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7099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⚠️ 不足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52728" y="17099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价格略高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0299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💰 预算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52728" y="20299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中档 600-1500铢/晚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23500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🏨 推荐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52728" y="23500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 Bangkok · SO/Bangkok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90872" y="914400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90872" y="914400"/>
            <a:ext cx="425196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9144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素坤逸 (Sukhumvit)  · 交通便利·繁华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82312" y="13898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✅ 优点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15000" y="1389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地铁密集·夜生活丰富·餐厅多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82312" y="17099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⚠️ 不足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15000" y="17099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夜晚部分区域嘈杂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82312" y="20299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💰 预算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15000" y="20299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中档 500-1200铢/晚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82312" y="23500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🏨 推荐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23500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JW Marriott · Novotel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2880360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880360"/>
            <a:ext cx="4251960" cy="41148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8803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湄南河老城区  · 文化景点集中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" y="3355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00"/>
                </a:solidFill>
              </a:rPr>
              <a:t>✅ 优点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52728" y="33558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靠近大皇宫·乘船方便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36758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00"/>
                </a:solidFill>
              </a:rPr>
              <a:t>⚠️ 不足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52728" y="3675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地铁不便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" y="39959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00"/>
                </a:solidFill>
              </a:rPr>
              <a:t>💰 预算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52728" y="39959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经济 300-800铢/晚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43159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00"/>
                </a:solidFill>
              </a:rPr>
              <a:t>🏨 推荐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52728" y="43159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Sala Rattanakosin · ibis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90872" y="2880360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90872" y="2880360"/>
            <a:ext cx="425196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2312" y="28803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考山路周边  · 背包客天堂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82312" y="3355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✅ 优点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33558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价格实惠·氛围热闹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82312" y="36758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⚠️ 不足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675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较为嘈杂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82312" y="39959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💰 预算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715000" y="39959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经济 200-500铢/晚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82312" y="43159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🏨 推荐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15000" y="43159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Nap Park · Lub 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💰  汇率 &amp; 花费预算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2026·4·23~28  曼谷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3931920" cy="4114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💱 汇率参考（2026年4月）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C00"/>
                </a:solidFill>
              </a:rPr>
              <a:t>1 人民币 ≈ 4.8～5.0 泰铢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建议出发前在银行或正规兑换点换汇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商场超市支持支付宝/微信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小摊市场建议使用现金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每日参考预算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371600"/>
          <a:ext cx="4114800" cy="1298448"/>
        </p:xfrm>
        <a:graphic>
          <a:graphicData uri="http://schemas.openxmlformats.org/drawingml/2006/table">
            <a:tbl>
              <a:tblPr/>
              <a:tblGrid>
                <a:gridCol w="1280160"/>
                <a:gridCol w="1417320"/>
                <a:gridCol w="14173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项目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经济版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舒适版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餐饮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150铢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400铢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门票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200铢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500铢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交通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80铢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200铢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购物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200铢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1000铢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合计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~630铢(约¥130)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~2100铢(约¥430)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274320" y="2880360"/>
            <a:ext cx="85953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880360"/>
            <a:ext cx="85953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8803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💳 支付方式 &amp; 取钱建议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65760" y="3291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支付宝/微信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3584448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大型商场、连锁餐厅、7-11通用，需开通境外支付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514600" y="3291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现金泰铢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514600" y="3584448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街头小摊、嘟嘟车、寺庙门票必备，建议备3000铢零钱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663440" y="3291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VISA/银联卡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63440" y="3584448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高级酒店和大型商场可刷，ATM取款手续费约180铢/次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12280" y="3291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建议换汇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812280" y="3584448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出发前备3000元RMB换汇，约14500铢，够6天基本消费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🙏  风俗禁忌 &amp; 文化差异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2026·4·23~28  曼谷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274320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91440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🛕  寺庙礼仪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353312"/>
            <a:ext cx="2560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进入寺庙需脱鞋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衣着遮肩盖膝（备薄长裤/长裙）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女性不可触碰僧人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不可用手指佛像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914400"/>
            <a:ext cx="2743200" cy="38404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91440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👑  王室敬重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353312"/>
            <a:ext cx="2560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不可批评王室（违法严惩）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国歌响起需肃立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脚不可踩钱币（国王头像在上）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注意用词得当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91440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1440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91440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🤲  日常礼节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353312"/>
            <a:ext cx="2560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合十礼代替握手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不可摸陌生人头部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递物用右手或双手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公共场合避免亲密行为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880360"/>
            <a:ext cx="2743200" cy="38404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288036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🚫  法律禁忌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3319272"/>
            <a:ext cx="2560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赌博严禁（含私人麻将）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佛教节日部分区域禁酒售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海滩公共场所禁烟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禁止携带电子烟入境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288036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880360"/>
            <a:ext cx="27432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288036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💬  沟通习惯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319272"/>
            <a:ext cx="2560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微笑文化——保持友善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避免当众发怒/大声喧哗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讨价还价需友好态度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"Sawadee"是通用问候语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288036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2880360"/>
            <a:ext cx="2743200" cy="38404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288036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🧠  与中国差异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3319272"/>
            <a:ext cx="2560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小费文化（需给，勿给硬币）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饮食极辣（可说不要辣）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佛教日为公共假期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时区慢中国1小时(UTC+7)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1  ·  4月23日（周四）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🗺️ 抵达 &amp; 初探曼谷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1097280"/>
          </a:xfrm>
          <a:prstGeom prst="rect">
            <a:avLst/>
          </a:prstGeom>
          <a:solidFill>
            <a:srgbClr val="FFF7E6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0972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50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🌅 上午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成都出发飞曼谷（约3小时）→ 入住酒店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8595360" cy="1097280"/>
          </a:xfrm>
          <a:prstGeom prst="rect">
            <a:avLst/>
          </a:prstGeom>
          <a:solidFill>
            <a:srgbClr val="E6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48840"/>
            <a:ext cx="10972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85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☀️ 下午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暹罗商圈逛街 → 四面佛祈福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383280"/>
            <a:ext cx="8595360" cy="109728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383280"/>
            <a:ext cx="10972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198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🌙 晚上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78561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Asiatique河滨夜市 → 湄南河夜景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FD700">
              <a:alpha val="70000"/>
            </a:srgbClr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617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💡 贴士: 建议乘坐机场快线进城（45铢）；到达当天轻松安排，克服时差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2  ·  4月24日（周五）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🗺️ 皇宫古刹一日游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1097280"/>
          </a:xfrm>
          <a:prstGeom prst="rect">
            <a:avLst/>
          </a:prstGeom>
          <a:solidFill>
            <a:srgbClr val="FFF7E6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09728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50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🌅 上午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大皇宫 &amp; 玉佛寺（上午人少，建议9:00前到）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8595360" cy="1097280"/>
          </a:xfrm>
          <a:prstGeom prst="rect">
            <a:avLst/>
          </a:prstGeom>
          <a:solidFill>
            <a:srgbClr val="E6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48840"/>
            <a:ext cx="109728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85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☀️ 下午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卧佛寺体验古法按摩 → 乘船游湄南河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383280"/>
            <a:ext cx="8595360" cy="109728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383280"/>
            <a:ext cx="109728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198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🌙 晚上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78561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郑王庙日落美景 → 唐人街觅食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FD700">
              <a:alpha val="70000"/>
            </a:srgbClr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617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💡 贴士: 寺庙区集中在湄南河西岸，公交船10-40铢；着装需遮肩盖膝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3  ·  4月25日（周六）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🗺️ 市集 &amp; 购物天堂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1097280"/>
          </a:xfrm>
          <a:prstGeom prst="rect">
            <a:avLst/>
          </a:prstGeom>
          <a:solidFill>
            <a:srgbClr val="FFF7E6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09728" cy="109728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50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</a:rPr>
              <a:t>🌅 上午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乍都乍周末市场（8:00开门早去最好逛）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8595360" cy="1097280"/>
          </a:xfrm>
          <a:prstGeom prst="rect">
            <a:avLst/>
          </a:prstGeom>
          <a:solidFill>
            <a:srgbClr val="E6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48840"/>
            <a:ext cx="109728" cy="109728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85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</a:rPr>
              <a:t>☀️ 下午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暹罗商圈 Siam Paragon / CentralWorld 购物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383280"/>
            <a:ext cx="8595360" cy="109728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383280"/>
            <a:ext cx="109728" cy="109728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198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</a:rPr>
              <a:t>🌙 晚上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78561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考山路夜市体验背包客文化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FD700">
              <a:alpha val="70000"/>
            </a:srgbClr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617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💡 贴士: 乍都乍每逢周六日开放，下午逛商场避开午间高温；刷卡/支付宝都支持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4  ·  4月26日（周日）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🗺️ 水上文化体验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1097280"/>
          </a:xfrm>
          <a:prstGeom prst="rect">
            <a:avLst/>
          </a:prstGeom>
          <a:solidFill>
            <a:srgbClr val="FFF7E6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0972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50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🌅 上午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丹嫩沙多水上市场（提前包车，距市区约80公里）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8595360" cy="1097280"/>
          </a:xfrm>
          <a:prstGeom prst="rect">
            <a:avLst/>
          </a:prstGeom>
          <a:solidFill>
            <a:srgbClr val="E6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48840"/>
            <a:ext cx="10972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85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☀️ 下午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美功铁道市场（查好火车时刻表）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383280"/>
            <a:ext cx="8595360" cy="109728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383280"/>
            <a:ext cx="10972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198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🌙 晚上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78561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Iconsiam购物中心 → 湄南河岸边餐厅晚餐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FD700">
              <a:alpha val="70000"/>
            </a:srgbClr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617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💡 贴士: 水上市场出发需要早起（6-7点）；建议包车往返约800-1200铢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5  ·  4月27日（周一）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🗺️ 美食文化深度游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1097280"/>
          </a:xfrm>
          <a:prstGeom prst="rect">
            <a:avLst/>
          </a:prstGeom>
          <a:solidFill>
            <a:srgbClr val="FFF7E6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09728" cy="10972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50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</a:rPr>
              <a:t>🌅 上午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泰式烹饪体验课（约1000铢/人）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8595360" cy="1097280"/>
          </a:xfrm>
          <a:prstGeom prst="rect">
            <a:avLst/>
          </a:prstGeom>
          <a:solidFill>
            <a:srgbClr val="E6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48840"/>
            <a:ext cx="109728" cy="10972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85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</a:rPr>
              <a:t>☀️ 下午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Jim Thompson House（丝绸博物馆） → 本地SPA按摩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383280"/>
            <a:ext cx="8595360" cy="109728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383280"/>
            <a:ext cx="109728" cy="10972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198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</a:rPr>
              <a:t>🌙 晚上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78561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屋顶酒吧赏曼谷夜景 → 打包芒果糯米饭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FD700">
              <a:alpha val="70000"/>
            </a:srgbClr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617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💡 贴士: 烹饪课需提前网上预订；屋顶酒吧建议日落前30分钟到达占座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6  ·  4月28日（周二）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🗺️ 购物收尾 &amp; 返程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1097280"/>
          </a:xfrm>
          <a:prstGeom prst="rect">
            <a:avLst/>
          </a:prstGeom>
          <a:solidFill>
            <a:srgbClr val="FFF7E6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09728" cy="109728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50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</a:rPr>
              <a:t>🌅 上午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MBK中心淘最后战利品 → 7-Eleven买伴手礼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8595360" cy="1097280"/>
          </a:xfrm>
          <a:prstGeom prst="rect">
            <a:avLst/>
          </a:prstGeom>
          <a:solidFill>
            <a:srgbClr val="E6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48840"/>
            <a:ext cx="109728" cy="109728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85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</a:rPr>
              <a:t>☀️ 下午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前往机场（提前3小时到达）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383280"/>
            <a:ext cx="8595360" cy="109728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383280"/>
            <a:ext cx="109728" cy="109728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198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</a:rPr>
              <a:t>🌙 晚上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78561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飞回成都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FD700">
              <a:alpha val="70000"/>
            </a:srgbClr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617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💡 贴士: 泰国热门伴手礼：泰式花生酱、绿茶粉、品牌按摩膏；液体过安检注意100ml限制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743200"/>
            <a:ext cx="4114800" cy="4114800"/>
          </a:xfrm>
          <a:prstGeom prst="ellipse">
            <a:avLst/>
          </a:prstGeom>
          <a:solidFill>
            <a:srgbClr val="0D3B6E">
              <a:alpha val="50000"/>
            </a:srgbClr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FF8C00">
              <a:alpha val="35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旅行小结 &amp; 出行贴士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06240" cy="868680"/>
          </a:xfrm>
          <a:prstGeom prst="rect">
            <a:avLst/>
          </a:prstGeom>
          <a:solidFill>
            <a:srgbClr val="0D3B6E"/>
          </a:solidFill>
          <a:ln w="6350">
            <a:solidFill>
              <a:srgbClr val="3A5F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4EE"/>
                </a:solidFill>
              </a:rPr>
              <a:t>下载必备App：Grab(出行)、Google Maps、Agoda(住宿)、XE Currency(汇率)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206240" cy="868680"/>
          </a:xfrm>
          <a:prstGeom prst="rect">
            <a:avLst/>
          </a:prstGeom>
          <a:solidFill>
            <a:srgbClr val="0D3B6E"/>
          </a:solidFill>
          <a:ln w="6350">
            <a:solidFill>
              <a:srgbClr val="3A5F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887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40680" y="118872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4EE"/>
                </a:solidFill>
              </a:rPr>
              <a:t>中泰免签30天，护照有效期6个月以上，入境需携带10000铢等值外币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206240" cy="868680"/>
          </a:xfrm>
          <a:prstGeom prst="rect">
            <a:avLst/>
          </a:prstGeom>
          <a:solidFill>
            <a:srgbClr val="0D3B6E"/>
          </a:solidFill>
          <a:ln w="6350">
            <a:solidFill>
              <a:srgbClr val="3A5F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945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19456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4EE"/>
                </a:solidFill>
              </a:rPr>
              <a:t>备用药品：肠胃药、退烧药、创可贴、防晒霜SPF50+、驱蚊液DEET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194560"/>
            <a:ext cx="4206240" cy="868680"/>
          </a:xfrm>
          <a:prstGeom prst="rect">
            <a:avLst/>
          </a:prstGeom>
          <a:solidFill>
            <a:srgbClr val="0D3B6E"/>
          </a:solidFill>
          <a:ln w="6350">
            <a:solidFill>
              <a:srgbClr val="3A5F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1945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40680" y="219456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4EE"/>
                </a:solidFill>
              </a:rPr>
              <a:t>紧急联系：中国驻泰使馆 02-245-7010 · 泰国急救 1554 · 旅游警察 1155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4206240" cy="868680"/>
          </a:xfrm>
          <a:prstGeom prst="rect">
            <a:avLst/>
          </a:prstGeom>
          <a:solidFill>
            <a:srgbClr val="0D3B6E"/>
          </a:solidFill>
          <a:ln w="6350">
            <a:solidFill>
              <a:srgbClr val="3A5F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004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🌧️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20040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4EE"/>
                </a:solidFill>
              </a:rPr>
              <a:t>4月偶有雷阵雨，随身备折叠雨伞；室内冷气很足，备薄外套防空调冷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200400"/>
            <a:ext cx="4206240" cy="868680"/>
          </a:xfrm>
          <a:prstGeom prst="rect">
            <a:avLst/>
          </a:prstGeom>
          <a:solidFill>
            <a:srgbClr val="0D3B6E"/>
          </a:solidFill>
          <a:ln w="6350">
            <a:solidFill>
              <a:srgbClr val="3A5F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2004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320040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4EE"/>
                </a:solidFill>
              </a:rPr>
              <a:t>泰国插座：A型/B型/C型通用，电压220V，中国电器可直接使用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</a:rPr>
              <a:t>祝旅途愉快！🇹🇭✨  Sawadee Krap/Ka!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曼谷旅游攻略 2026·4月</dc:title>
  <dc:subject>PptxGenJS Presentation</dc:subject>
  <dc:creator>PptxGenJS</dc:creator>
  <cp:lastModifiedBy>PptxGenJS</cp:lastModifiedBy>
  <cp:revision>1</cp:revision>
  <dcterms:created xsi:type="dcterms:W3CDTF">2026-04-07T12:55:36Z</dcterms:created>
  <dcterms:modified xsi:type="dcterms:W3CDTF">2026-04-07T12:55:36Z</dcterms:modified>
</cp:coreProperties>
</file>