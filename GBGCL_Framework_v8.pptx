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9144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1300" b="1" dirty="0">
                <a:solidFill>
                  <a:srgbClr val="1A252F"/>
                </a:solidFill>
              </a:rPr>
              <a:t>Input Graph 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G = (X, A)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(CS / Physics / Photo / Computers)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 rot="1593903">
            <a:off x="822960" y="146304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4557825">
            <a:off x="822960" y="146304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011666">
            <a:off x="822960" y="1463040"/>
            <a:ext cx="714169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8778596">
            <a:off x="1188720" y="1645920"/>
            <a:ext cx="32969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4557825">
            <a:off x="1188720" y="164592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593903">
            <a:off x="914400" y="182880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593903">
            <a:off x="2286000" y="146304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4557825">
            <a:off x="2286000" y="146304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3011666">
            <a:off x="2286000" y="1463040"/>
            <a:ext cx="714169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8778596">
            <a:off x="2651760" y="1645920"/>
            <a:ext cx="32969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4557825">
            <a:off x="2651760" y="164592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593903">
            <a:off x="2377440" y="182880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593903">
            <a:off x="822960" y="274320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4557825">
            <a:off x="822960" y="274320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3011666">
            <a:off x="822960" y="2743200"/>
            <a:ext cx="714169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8778596">
            <a:off x="1188720" y="2926080"/>
            <a:ext cx="32969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4557825">
            <a:off x="1188720" y="292608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593903">
            <a:off x="914400" y="310896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593903">
            <a:off x="2286000" y="274320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557825">
            <a:off x="2286000" y="274320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3011666">
            <a:off x="2286000" y="2743200"/>
            <a:ext cx="714169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8778596">
            <a:off x="2651760" y="2926080"/>
            <a:ext cx="32969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4557825">
            <a:off x="2651760" y="2926080"/>
            <a:ext cx="377017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593903">
            <a:off x="2377440" y="3108960"/>
            <a:ext cx="408932" cy="0"/>
          </a:xfrm>
          <a:prstGeom prst="line">
            <a:avLst/>
          </a:prstGeom>
          <a:noFill/>
          <a:ln w="10160">
            <a:solidFill>
              <a:srgbClr val="BDC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895885">
            <a:off x="914400" y="1828800"/>
            <a:ext cx="1419531" cy="0"/>
          </a:xfrm>
          <a:prstGeom prst="line">
            <a:avLst/>
          </a:prstGeom>
          <a:noFill/>
          <a:ln w="7620">
            <a:solidFill>
              <a:srgbClr val="95A5A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rot="-567739">
            <a:off x="1280160" y="2011680"/>
            <a:ext cx="1112416" cy="0"/>
          </a:xfrm>
          <a:prstGeom prst="line">
            <a:avLst/>
          </a:prstGeom>
          <a:noFill/>
          <a:ln w="7620">
            <a:solidFill>
              <a:srgbClr val="95A5A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rot="6506097">
            <a:off x="1188720" y="1645920"/>
            <a:ext cx="1156635" cy="0"/>
          </a:xfrm>
          <a:prstGeom prst="line">
            <a:avLst/>
          </a:prstGeom>
          <a:noFill/>
          <a:ln w="7620">
            <a:solidFill>
              <a:srgbClr val="95A5A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rot="5742636">
            <a:off x="2377440" y="1828800"/>
            <a:ext cx="918961" cy="0"/>
          </a:xfrm>
          <a:prstGeom prst="line">
            <a:avLst/>
          </a:prstGeom>
          <a:noFill/>
          <a:ln w="7620">
            <a:solidFill>
              <a:srgbClr val="95A5A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rot="-895885">
            <a:off x="914400" y="3108960"/>
            <a:ext cx="1419531" cy="0"/>
          </a:xfrm>
          <a:prstGeom prst="line">
            <a:avLst/>
          </a:prstGeom>
          <a:noFill/>
          <a:ln w="7620">
            <a:solidFill>
              <a:srgbClr val="95A5A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31520" y="1371600"/>
            <a:ext cx="182880" cy="18288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1554480"/>
            <a:ext cx="182880" cy="18288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737360"/>
            <a:ext cx="182880" cy="18288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1920240"/>
            <a:ext cx="182880" cy="18288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1371600"/>
            <a:ext cx="182880" cy="182880"/>
          </a:xfrm>
          <a:prstGeom prst="ellipse">
            <a:avLst/>
          </a:prstGeom>
          <a:solidFill>
            <a:srgbClr val="1F618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1554480"/>
            <a:ext cx="182880" cy="182880"/>
          </a:xfrm>
          <a:prstGeom prst="ellipse">
            <a:avLst/>
          </a:prstGeom>
          <a:solidFill>
            <a:srgbClr val="1F618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1737360"/>
            <a:ext cx="182880" cy="182880"/>
          </a:xfrm>
          <a:prstGeom prst="ellipse">
            <a:avLst/>
          </a:prstGeom>
          <a:solidFill>
            <a:srgbClr val="1F618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0" y="1920240"/>
            <a:ext cx="182880" cy="182880"/>
          </a:xfrm>
          <a:prstGeom prst="ellipse">
            <a:avLst/>
          </a:prstGeom>
          <a:solidFill>
            <a:srgbClr val="1F618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2651760"/>
            <a:ext cx="182880" cy="182880"/>
          </a:xfrm>
          <a:prstGeom prst="ellipse">
            <a:avLst/>
          </a:prstGeom>
          <a:solidFill>
            <a:srgbClr val="196F3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2834640"/>
            <a:ext cx="182880" cy="182880"/>
          </a:xfrm>
          <a:prstGeom prst="ellipse">
            <a:avLst/>
          </a:prstGeom>
          <a:solidFill>
            <a:srgbClr val="196F3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3017520"/>
            <a:ext cx="182880" cy="182880"/>
          </a:xfrm>
          <a:prstGeom prst="ellipse">
            <a:avLst/>
          </a:prstGeom>
          <a:solidFill>
            <a:srgbClr val="196F3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8720" y="3200400"/>
            <a:ext cx="182880" cy="182880"/>
          </a:xfrm>
          <a:prstGeom prst="ellipse">
            <a:avLst/>
          </a:prstGeom>
          <a:solidFill>
            <a:srgbClr val="196F3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2651760"/>
            <a:ext cx="182880" cy="182880"/>
          </a:xfrm>
          <a:prstGeom prst="ellipse">
            <a:avLst/>
          </a:prstGeom>
          <a:solidFill>
            <a:srgbClr val="B7770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0" y="2834640"/>
            <a:ext cx="182880" cy="182880"/>
          </a:xfrm>
          <a:prstGeom prst="ellipse">
            <a:avLst/>
          </a:prstGeom>
          <a:solidFill>
            <a:srgbClr val="B7770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3017520"/>
            <a:ext cx="182880" cy="182880"/>
          </a:xfrm>
          <a:prstGeom prst="ellipse">
            <a:avLst/>
          </a:prstGeom>
          <a:solidFill>
            <a:srgbClr val="B7770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51760" y="3200400"/>
            <a:ext cx="182880" cy="182880"/>
          </a:xfrm>
          <a:prstGeom prst="ellipse">
            <a:avLst/>
          </a:prstGeom>
          <a:solidFill>
            <a:srgbClr val="B7770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2560320"/>
            <a:ext cx="548640" cy="0"/>
          </a:xfrm>
          <a:prstGeom prst="line">
            <a:avLst/>
          </a:prstGeom>
          <a:noFill/>
          <a:ln w="31750">
            <a:solidFill>
              <a:srgbClr val="1A252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474720" y="914400"/>
            <a:ext cx="4389120" cy="3291840"/>
          </a:xfrm>
          <a:prstGeom prst="rect">
            <a:avLst/>
          </a:prstGeom>
          <a:solidFill>
            <a:srgbClr val="FEF9E7"/>
          </a:solidFill>
          <a:ln w="31750">
            <a:solidFill>
              <a:srgbClr val="1A52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9326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Granular Ball Module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0" y="1280160"/>
            <a:ext cx="1188720" cy="502920"/>
          </a:xfrm>
          <a:prstGeom prst="rect">
            <a:avLst/>
          </a:prstGeom>
          <a:solidFill>
            <a:srgbClr val="EAFAF1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03320" y="1307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Build Granules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703320" y="15087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K-Means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 rot="5400000">
            <a:off x="4251960" y="1783080"/>
            <a:ext cx="502920" cy="0"/>
          </a:xfrm>
          <a:prstGeom prst="line">
            <a:avLst/>
          </a:prstGeom>
          <a:noFill/>
          <a:ln w="1524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657600" y="2286000"/>
            <a:ext cx="1188720" cy="502920"/>
          </a:xfrm>
          <a:prstGeom prst="rect">
            <a:avLst/>
          </a:prstGeom>
          <a:solidFill>
            <a:srgbClr val="EBF5FB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703320" y="2313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Ball Graph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703320" y="25146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W̃=topo+sim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 rot="5400000">
            <a:off x="4251960" y="2788920"/>
            <a:ext cx="411480" cy="0"/>
          </a:xfrm>
          <a:prstGeom prst="line">
            <a:avLst/>
          </a:prstGeom>
          <a:noFill/>
          <a:ln w="15240">
            <a:solidFill>
              <a:srgbClr val="8E44AD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657600" y="3200400"/>
            <a:ext cx="1188720" cy="502920"/>
          </a:xfrm>
          <a:prstGeom prst="rect">
            <a:avLst/>
          </a:prstGeom>
          <a:solidFill>
            <a:srgbClr val="F5EEF8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703320" y="32278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</a:rPr>
              <a:t>Ball Diffusion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703320" y="34290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H^{t+1}=...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440680" y="1257300"/>
            <a:ext cx="1005840" cy="868680"/>
          </a:xfrm>
          <a:prstGeom prst="ellipse">
            <a:avLst/>
          </a:prstGeom>
          <a:solidFill>
            <a:srgbClr val="FADBD8">
              <a:alpha val="20000"/>
            </a:srgbClr>
          </a:solidFill>
          <a:ln w="25400">
            <a:solidFill>
              <a:srgbClr val="E74C3C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5943600" y="162763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GB₁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50992" y="1673352"/>
            <a:ext cx="128016" cy="128016"/>
          </a:xfrm>
          <a:prstGeom prst="ellipse">
            <a:avLst/>
          </a:prstGeom>
          <a:solidFill>
            <a:srgbClr val="E74C3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79592" y="1746504"/>
            <a:ext cx="128016" cy="128016"/>
          </a:xfrm>
          <a:prstGeom prst="ellipse">
            <a:avLst/>
          </a:prstGeom>
          <a:solidFill>
            <a:srgbClr val="E74C3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96712" y="1901952"/>
            <a:ext cx="128016" cy="128016"/>
          </a:xfrm>
          <a:prstGeom prst="ellipse">
            <a:avLst/>
          </a:prstGeom>
          <a:solidFill>
            <a:srgbClr val="E74C3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25312" y="1965960"/>
            <a:ext cx="128016" cy="128016"/>
          </a:xfrm>
          <a:prstGeom prst="ellipse">
            <a:avLst/>
          </a:prstGeom>
          <a:solidFill>
            <a:srgbClr val="E74C3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29400" y="1257300"/>
            <a:ext cx="1005840" cy="868680"/>
          </a:xfrm>
          <a:prstGeom prst="ellipse">
            <a:avLst/>
          </a:prstGeom>
          <a:solidFill>
            <a:srgbClr val="D6EAF8">
              <a:alpha val="20000"/>
            </a:srgbClr>
          </a:solidFill>
          <a:ln w="25400">
            <a:solidFill>
              <a:srgbClr val="3498DB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7132320" y="162763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98DB"/>
                </a:solidFill>
              </a:rPr>
              <a:t>GB₂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39712" y="1673352"/>
            <a:ext cx="128016" cy="128016"/>
          </a:xfrm>
          <a:prstGeom prst="ellipse">
            <a:avLst/>
          </a:prstGeom>
          <a:solidFill>
            <a:srgbClr val="3498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068312" y="1746504"/>
            <a:ext cx="128016" cy="128016"/>
          </a:xfrm>
          <a:prstGeom prst="ellipse">
            <a:avLst/>
          </a:prstGeom>
          <a:solidFill>
            <a:srgbClr val="3498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85432" y="1901952"/>
            <a:ext cx="128016" cy="128016"/>
          </a:xfrm>
          <a:prstGeom prst="ellipse">
            <a:avLst/>
          </a:prstGeom>
          <a:solidFill>
            <a:srgbClr val="3498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14032" y="1965960"/>
            <a:ext cx="128016" cy="128016"/>
          </a:xfrm>
          <a:prstGeom prst="ellipse">
            <a:avLst/>
          </a:prstGeom>
          <a:solidFill>
            <a:srgbClr val="3498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40680" y="2583180"/>
            <a:ext cx="1005840" cy="868680"/>
          </a:xfrm>
          <a:prstGeom prst="ellipse">
            <a:avLst/>
          </a:prstGeom>
          <a:solidFill>
            <a:srgbClr val="D5F4E6">
              <a:alpha val="20000"/>
            </a:srgbClr>
          </a:solidFill>
          <a:ln w="25400">
            <a:solidFill>
              <a:srgbClr val="27AE60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5943600" y="295351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GB₃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650992" y="2999232"/>
            <a:ext cx="128016" cy="128016"/>
          </a:xfrm>
          <a:prstGeom prst="ellipse">
            <a:avLst/>
          </a:prstGeom>
          <a:solidFill>
            <a:srgbClr val="27AE6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79592" y="3072384"/>
            <a:ext cx="128016" cy="128016"/>
          </a:xfrm>
          <a:prstGeom prst="ellipse">
            <a:avLst/>
          </a:prstGeom>
          <a:solidFill>
            <a:srgbClr val="27AE6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96712" y="3227832"/>
            <a:ext cx="128016" cy="128016"/>
          </a:xfrm>
          <a:prstGeom prst="ellipse">
            <a:avLst/>
          </a:prstGeom>
          <a:solidFill>
            <a:srgbClr val="27AE6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25312" y="3291840"/>
            <a:ext cx="128016" cy="128016"/>
          </a:xfrm>
          <a:prstGeom prst="ellipse">
            <a:avLst/>
          </a:prstGeom>
          <a:solidFill>
            <a:srgbClr val="27AE6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29400" y="2583180"/>
            <a:ext cx="1005840" cy="868680"/>
          </a:xfrm>
          <a:prstGeom prst="ellipse">
            <a:avLst/>
          </a:prstGeom>
          <a:solidFill>
            <a:srgbClr val="FCF3CF">
              <a:alpha val="20000"/>
            </a:srgbClr>
          </a:solidFill>
          <a:ln w="25400">
            <a:solidFill>
              <a:srgbClr val="F39C12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7132320" y="295351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GB₄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839712" y="2999232"/>
            <a:ext cx="128016" cy="128016"/>
          </a:xfrm>
          <a:prstGeom prst="ellipse">
            <a:avLst/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68312" y="3072384"/>
            <a:ext cx="128016" cy="128016"/>
          </a:xfrm>
          <a:prstGeom prst="ellipse">
            <a:avLst/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85432" y="3227832"/>
            <a:ext cx="128016" cy="128016"/>
          </a:xfrm>
          <a:prstGeom prst="ellipse">
            <a:avLst/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14032" y="3291840"/>
            <a:ext cx="128016" cy="128016"/>
          </a:xfrm>
          <a:prstGeom prst="ellipse">
            <a:avLst/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0" y="4251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</a:rPr>
              <a:t>Output: Granular Ball Graph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 rot="-3267739">
            <a:off x="7863840" y="2560320"/>
            <a:ext cx="786597" cy="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rot="3267739">
            <a:off x="7863840" y="2560320"/>
            <a:ext cx="786597" cy="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8321040" y="25420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Contrastive Learning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321040" y="1691640"/>
            <a:ext cx="68580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21040" y="169164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ONLINE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189720" y="1691640"/>
            <a:ext cx="914400" cy="320040"/>
          </a:xfrm>
          <a:prstGeom prst="rect">
            <a:avLst/>
          </a:prstGeom>
          <a:solidFill>
            <a:srgbClr val="EAFAF1"/>
          </a:solidFill>
          <a:ln w="20320">
            <a:solidFill>
              <a:srgbClr val="27AE6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8972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f_θ(GCN)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0104120" y="1851660"/>
            <a:ext cx="137160" cy="0"/>
          </a:xfrm>
          <a:prstGeom prst="line">
            <a:avLst/>
          </a:prstGeom>
          <a:noFill/>
          <a:ln w="1651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0241280" y="1691640"/>
            <a:ext cx="914400" cy="320040"/>
          </a:xfrm>
          <a:prstGeom prst="rect">
            <a:avLst/>
          </a:prstGeom>
          <a:solidFill>
            <a:srgbClr val="EAFAF1"/>
          </a:solidFill>
          <a:ln w="20320">
            <a:solidFill>
              <a:srgbClr val="27AE6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24128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Predictor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155680" y="1851660"/>
            <a:ext cx="137160" cy="0"/>
          </a:xfrm>
          <a:prstGeom prst="line">
            <a:avLst/>
          </a:prstGeom>
          <a:noFill/>
          <a:ln w="1651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11292840" y="1691640"/>
            <a:ext cx="914400" cy="320040"/>
          </a:xfrm>
          <a:prstGeom prst="rect">
            <a:avLst/>
          </a:prstGeom>
          <a:solidFill>
            <a:srgbClr val="EAFAF1"/>
          </a:solidFill>
          <a:ln w="20320">
            <a:solidFill>
              <a:srgbClr val="27AE6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29284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Align Loss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321040" y="1851660"/>
            <a:ext cx="86868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8321040" y="3200400"/>
            <a:ext cx="685800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21040" y="3200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TARGET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9189720" y="3200400"/>
            <a:ext cx="914400" cy="320040"/>
          </a:xfrm>
          <a:prstGeom prst="rect">
            <a:avLst/>
          </a:prstGeom>
          <a:solidFill>
            <a:srgbClr val="FDEDEC"/>
          </a:solidFill>
          <a:ln w="20320">
            <a:solidFill>
              <a:srgbClr val="E74C3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18972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f_φ(GCN)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0104120" y="3360420"/>
            <a:ext cx="137160" cy="0"/>
          </a:xfrm>
          <a:prstGeom prst="line">
            <a:avLst/>
          </a:prstGeom>
          <a:noFill/>
          <a:ln w="1651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10241280" y="3200400"/>
            <a:ext cx="914400" cy="320040"/>
          </a:xfrm>
          <a:prstGeom prst="rect">
            <a:avLst/>
          </a:prstGeom>
          <a:solidFill>
            <a:srgbClr val="FDEDEC"/>
          </a:solidFill>
          <a:ln w="20320">
            <a:solidFill>
              <a:srgbClr val="E74C3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24128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EMA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11155680" y="3360420"/>
            <a:ext cx="137160" cy="0"/>
          </a:xfrm>
          <a:prstGeom prst="line">
            <a:avLst/>
          </a:prstGeom>
          <a:noFill/>
          <a:ln w="1651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1292840" y="3200400"/>
            <a:ext cx="914400" cy="320040"/>
          </a:xfrm>
          <a:prstGeom prst="rect">
            <a:avLst/>
          </a:prstGeom>
          <a:solidFill>
            <a:srgbClr val="FDEDEC"/>
          </a:solidFill>
          <a:ln w="20320">
            <a:solidFill>
              <a:srgbClr val="E74C3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129284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Scattering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8321040" y="3360420"/>
            <a:ext cx="86868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14" name="Text 112"/>
          <p:cNvSpPr/>
          <p:nvPr/>
        </p:nvSpPr>
        <p:spPr>
          <a:xfrm>
            <a:off x="9738360" y="28529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Stop Gradient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10195560" y="2834640"/>
            <a:ext cx="0" cy="228600"/>
          </a:xfrm>
          <a:prstGeom prst="line">
            <a:avLst/>
          </a:prstGeom>
          <a:noFill/>
          <a:ln w="10160">
            <a:solidFill>
              <a:srgbClr val="5D6D7E"/>
            </a:solidFill>
            <a:prstDash val="dash"/>
            <a:tailEnd type="triangle"/>
          </a:ln>
        </p:spPr>
      </p:sp>
      <p:sp>
        <p:nvSpPr>
          <p:cNvPr id="116" name="Shape 114"/>
          <p:cNvSpPr/>
          <p:nvPr/>
        </p:nvSpPr>
        <p:spPr>
          <a:xfrm rot="2057213">
            <a:off x="12207240" y="1851660"/>
            <a:ext cx="608694" cy="0"/>
          </a:xfrm>
          <a:prstGeom prst="line">
            <a:avLst/>
          </a:prstGeom>
          <a:noFill/>
          <a:ln w="1651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rot="-2057213">
            <a:off x="12207240" y="3360420"/>
            <a:ext cx="608694" cy="0"/>
          </a:xfrm>
          <a:prstGeom prst="line">
            <a:avLst/>
          </a:prstGeom>
          <a:noFill/>
          <a:ln w="16510">
            <a:solidFill>
              <a:srgbClr val="E74C3C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12710160" y="2057400"/>
            <a:ext cx="1097280" cy="1143000"/>
          </a:xfrm>
          <a:prstGeom prst="rect">
            <a:avLst/>
          </a:prstGeom>
          <a:solidFill>
            <a:srgbClr val="EBF5FB"/>
          </a:solidFill>
          <a:ln w="27940">
            <a:solidFill>
              <a:srgbClr val="1A527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2710160" y="2075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Total Loss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12801600" y="2359152"/>
            <a:ext cx="914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2801600" y="23591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L_BYOL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2801600" y="2103120"/>
            <a:ext cx="914400" cy="201168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2801600" y="21031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L_Ball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2801600" y="1847088"/>
            <a:ext cx="91440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2801600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L_Scatter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74320" y="4389120"/>
            <a:ext cx="13716000" cy="0"/>
          </a:xfrm>
          <a:prstGeom prst="line">
            <a:avLst/>
          </a:prstGeom>
          <a:noFill/>
          <a:ln w="7620">
            <a:solidFill>
              <a:srgbClr val="BDC3C7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5943600" y="4434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Linear Probing (Downstream Task)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5943600" y="4709160"/>
            <a:ext cx="1645920" cy="731520"/>
          </a:xfrm>
          <a:prstGeom prst="rect">
            <a:avLst/>
          </a:prstGeom>
          <a:solidFill>
            <a:srgbClr val="FEF9E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943600" y="4736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Linear Classifier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5943600" y="50109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Frozen embeddings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Node Classification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7589520" y="5074920"/>
            <a:ext cx="548640" cy="0"/>
          </a:xfrm>
          <a:prstGeom prst="line">
            <a:avLst/>
          </a:prstGeom>
          <a:noFill/>
          <a:ln w="22860">
            <a:solidFill>
              <a:srgbClr val="F39C12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8138160" y="4709160"/>
            <a:ext cx="100584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138160" y="47548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813816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%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 rot="5400000">
            <a:off x="5669280" y="4206240"/>
            <a:ext cx="502920" cy="0"/>
          </a:xfrm>
          <a:prstGeom prst="line">
            <a:avLst/>
          </a:prstGeom>
          <a:noFill/>
          <a:ln w="16510">
            <a:solidFill>
              <a:srgbClr val="1A5276"/>
            </a:solidFill>
            <a:prstDash val="solid"/>
            <a:tailEnd type="triangle"/>
          </a:ln>
        </p:spPr>
      </p:sp>
      <p:sp>
        <p:nvSpPr>
          <p:cNvPr id="136" name="Text 134"/>
          <p:cNvSpPr/>
          <p:nvPr/>
        </p:nvSpPr>
        <p:spPr>
          <a:xfrm>
            <a:off x="5120640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Frozen embeddings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74320" y="5577840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2F"/>
                </a:solidFill>
              </a:rPr>
              <a:t>Figure 1: Overview of GBGCL</a:t>
            </a:r>
            <a:endParaRPr lang="en-US" sz="1400" dirty="0"/>
          </a:p>
        </p:txBody>
      </p:sp>
      <p:sp>
        <p:nvSpPr>
          <p:cNvPr id="138" name="Text 136"/>
          <p:cNvSpPr/>
          <p:nvPr/>
        </p:nvSpPr>
        <p:spPr>
          <a:xfrm>
            <a:off x="274320" y="5897880"/>
            <a:ext cx="1371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D6D7E"/>
                </a:solidFill>
              </a:rPr>
              <a:t>Granular Ball Graph Contrastive Learning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2286000" y="6263640"/>
            <a:ext cx="201168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51460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GB₁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3383280" y="6263640"/>
            <a:ext cx="201168" cy="164592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61188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GB₂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4480560" y="6263640"/>
            <a:ext cx="201168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70916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GB₃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577840" y="6263640"/>
            <a:ext cx="201168" cy="164592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80644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GB₄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6675120" y="6263640"/>
            <a:ext cx="201168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90372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Online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7772400" y="6263640"/>
            <a:ext cx="201168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00100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Target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8869680" y="6263640"/>
            <a:ext cx="201168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098280" y="62453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252F"/>
                </a:solidFill>
              </a:rPr>
              <a:t>Ball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GBGCL Framework v8</dc:title>
  <dc:subject>PptxGenJS Presentation</dc:subject>
  <dc:creator>PptxGenJS</dc:creator>
  <cp:lastModifiedBy>PptxGenJS</cp:lastModifiedBy>
  <cp:revision>1</cp:revision>
  <dcterms:created xsi:type="dcterms:W3CDTF">2026-04-15T15:07:28Z</dcterms:created>
  <dcterms:modified xsi:type="dcterms:W3CDTF">2026-04-15T15:07:28Z</dcterms:modified>
</cp:coreProperties>
</file>